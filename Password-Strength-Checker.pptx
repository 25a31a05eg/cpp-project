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 Medium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6" y="18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2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4" Type="http://schemas.openxmlformats.org/officeDocument/2006/relationships/image" Target="../media/image-3-2.sv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-5-6.svg"/><Relationship Id="rId5" Type="http://schemas.openxmlformats.org/officeDocument/2006/relationships/image" Target="../media/image-5-4.svg"/><Relationship Id="rId4" Type="http://schemas.openxmlformats.org/officeDocument/2006/relationships/image" Target="../media/image-5-2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2687479"/>
            <a:ext cx="13131879" cy="2854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0"/>
              </a:lnSpc>
              <a:buNone/>
            </a:pPr>
            <a:r>
              <a:rPr lang="en-US" sz="8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Password </a:t>
            </a:r>
            <a:r>
              <a:rPr lang="en-US" sz="895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Strength Checker </a:t>
            </a:r>
            <a:endParaRPr lang="en-US" sz="8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1564957"/>
            <a:ext cx="7645479" cy="214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Introduction: The Escalating Need for Robust Password Security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5660" y="4026694"/>
            <a:ext cx="7645479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As digital interactions increase exponentially, password security has become paramount. Every day, millions of accounts face threats from sophisticated cyberattacks. Traditional password practices no longer suffice in today's threat landscape.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35660" y="5637252"/>
            <a:ext cx="7645479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With over 80% of data breaches involving compromised credentials, organisations and individuals urgently need intelligent solutions that balance security with usability.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446252"/>
            <a:ext cx="131318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Current Challenges: Weak Passwords, Data Breaches, and User Fatigue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49260" y="3301484"/>
            <a:ext cx="4234577" cy="3481745"/>
          </a:xfrm>
          <a:prstGeom prst="roundRect">
            <a:avLst>
              <a:gd name="adj" fmla="val 922"/>
            </a:avLst>
          </a:prstGeom>
          <a:solidFill>
            <a:srgbClr val="4D1529"/>
          </a:solidFill>
          <a:ln/>
        </p:spPr>
      </p:sp>
      <p:sp>
        <p:nvSpPr>
          <p:cNvPr id="4" name="Shape 2"/>
          <p:cNvSpPr/>
          <p:nvPr/>
        </p:nvSpPr>
        <p:spPr>
          <a:xfrm>
            <a:off x="963335" y="3515558"/>
            <a:ext cx="642223" cy="642223"/>
          </a:xfrm>
          <a:prstGeom prst="roundRect">
            <a:avLst>
              <a:gd name="adj" fmla="val 14236621"/>
            </a:avLst>
          </a:prstGeom>
          <a:solidFill>
            <a:srgbClr val="FFB3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904" y="3692128"/>
            <a:ext cx="288965" cy="2889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3335" y="4371856"/>
            <a:ext cx="345876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Weak Password Practices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335" y="4857036"/>
            <a:ext cx="3806428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Users often choose easily guessable passwords like 'password123' or reuse the same credentials across multiple sites, creating security vulnerabilities.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197912" y="3301484"/>
            <a:ext cx="4234577" cy="3481745"/>
          </a:xfrm>
          <a:prstGeom prst="roundRect">
            <a:avLst>
              <a:gd name="adj" fmla="val 922"/>
            </a:avLst>
          </a:prstGeom>
          <a:solidFill>
            <a:srgbClr val="4D1529"/>
          </a:solidFill>
          <a:ln/>
        </p:spPr>
      </p:sp>
      <p:sp>
        <p:nvSpPr>
          <p:cNvPr id="9" name="Shape 6"/>
          <p:cNvSpPr/>
          <p:nvPr/>
        </p:nvSpPr>
        <p:spPr>
          <a:xfrm>
            <a:off x="5411986" y="3515558"/>
            <a:ext cx="642223" cy="642223"/>
          </a:xfrm>
          <a:prstGeom prst="roundRect">
            <a:avLst>
              <a:gd name="adj" fmla="val 14236621"/>
            </a:avLst>
          </a:prstGeom>
          <a:solidFill>
            <a:srgbClr val="FFB3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556" y="3692128"/>
            <a:ext cx="288965" cy="2889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1986" y="4371856"/>
            <a:ext cx="3482102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Escalating Data Breaches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11986" y="4857036"/>
            <a:ext cx="3806428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Organisations face an average of 270 data breaches annually, with weak passwords being the primary entry point for malicious actors.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646563" y="3301484"/>
            <a:ext cx="4234577" cy="3481745"/>
          </a:xfrm>
          <a:prstGeom prst="roundRect">
            <a:avLst>
              <a:gd name="adj" fmla="val 922"/>
            </a:avLst>
          </a:prstGeom>
          <a:solidFill>
            <a:srgbClr val="4D1529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0637" y="3515558"/>
            <a:ext cx="642223" cy="642223"/>
          </a:xfrm>
          <a:prstGeom prst="roundRect">
            <a:avLst>
              <a:gd name="adj" fmla="val 14236621"/>
            </a:avLst>
          </a:prstGeom>
          <a:solidFill>
            <a:srgbClr val="FFB3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7207" y="3692128"/>
            <a:ext cx="288965" cy="2889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0637" y="4371856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User Fatigue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0637" y="4857036"/>
            <a:ext cx="3806428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Managing numerous complex passwords leads to frustration, resulting in insecure practices like writing passwords on sticky notes or reusing them across platforms.</a:t>
            </a:r>
            <a:endParaRPr lang="en-US" sz="1650" dirty="0"/>
          </a:p>
        </p:txBody>
      </p:sp>
      <p:pic>
        <p:nvPicPr>
          <p:cNvPr id="16386" name="Picture 2" descr="The consequences of weak banking passwords | Australian Mutual Bank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77369" y="3515558"/>
            <a:ext cx="728189" cy="642223"/>
          </a:xfrm>
          <a:prstGeom prst="rect">
            <a:avLst/>
          </a:prstGeom>
          <a:noFill/>
        </p:spPr>
      </p:pic>
      <p:pic>
        <p:nvPicPr>
          <p:cNvPr id="16388" name="Picture 4" descr="IBM Canada Newsroom - Press Releases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11986" y="3478053"/>
            <a:ext cx="835735" cy="679728"/>
          </a:xfrm>
          <a:prstGeom prst="rect">
            <a:avLst/>
          </a:prstGeom>
          <a:noFill/>
        </p:spPr>
      </p:pic>
      <p:pic>
        <p:nvPicPr>
          <p:cNvPr id="16390" name="Picture 6" descr="The Surprising Science of Project Fatigue (And How Teachers Can Help  Prevent It) - Spencer Education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9860637" y="3478054"/>
            <a:ext cx="766930" cy="6797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147524"/>
            <a:ext cx="131318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Our Solution: A Smart, Intuitive Password Strength Manager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3522821"/>
            <a:ext cx="7670244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Introducing an intelligent password strength manager that transforms how users create and manage secure credentials. Our solution combines cutting-edge cryptography with user-friendly design to eliminate security compromises.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9260" y="5085159"/>
            <a:ext cx="7670244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system analyses password patterns in real-time, provides instant feedback, and suggests optimised alternatives without burdening users. It seamlessly integrates with existing authentication systems whilst maintaining enterprise-grade security standards.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333" y="3136583"/>
            <a:ext cx="4939427" cy="37045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910120"/>
            <a:ext cx="131318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Key Features: Real-Time Feedback, Strength Indicators, and Generation Tools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260" y="3765352"/>
            <a:ext cx="642223" cy="6422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59017" y="3765352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Real-Time Feedback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59017" y="4250531"/>
            <a:ext cx="3289102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Instant analysis as users type, displaying security metrics and identifying patterns that attackers might exploit.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5652" y="3765352"/>
            <a:ext cx="642223" cy="6422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5408" y="3765352"/>
            <a:ext cx="3289221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Visual Strength Indicators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25408" y="4607362"/>
            <a:ext cx="3289221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Colour-coded bars and scores that clearly communicate password robustness at a glance, from red (weak) to green (excellent).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2163" y="3765352"/>
            <a:ext cx="642223" cy="6422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91919" y="3765352"/>
            <a:ext cx="3270052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Smart Generation Tools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91919" y="4250531"/>
            <a:ext cx="3289221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Creates cryptographically secure passwords with user-defined parameters, ensuring optimal security without memorisation burden.</a:t>
            </a:r>
            <a:endParaRPr lang="en-US" sz="1650" dirty="0"/>
          </a:p>
        </p:txBody>
      </p:sp>
      <p:pic>
        <p:nvPicPr>
          <p:cNvPr id="12290" name="Picture 2" descr="Real Time Feedback Platform, Boost Reviews &amp; Protect Reputation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75244" y="3765351"/>
            <a:ext cx="962703" cy="642223"/>
          </a:xfrm>
          <a:prstGeom prst="rect">
            <a:avLst/>
          </a:prstGeom>
          <a:noFill/>
        </p:spPr>
      </p:pic>
      <p:pic>
        <p:nvPicPr>
          <p:cNvPr id="12292" name="Picture 4" descr="Strength — Indicators and Strategies — TradingView — India India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066522" y="3765353"/>
            <a:ext cx="880814" cy="642222"/>
          </a:xfrm>
          <a:prstGeom prst="rect">
            <a:avLst/>
          </a:prstGeom>
          <a:noFill/>
        </p:spPr>
      </p:pic>
      <p:pic>
        <p:nvPicPr>
          <p:cNvPr id="12294" name="Picture 6" descr="Smart Generation Technology (@SmartGenerationTech) • Facebook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9682163" y="3765351"/>
            <a:ext cx="642223" cy="7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677" y="785098"/>
            <a:ext cx="7832646" cy="124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How It Works: Behind the Scenes of Our Algorithms and Analytics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77" y="2279928"/>
            <a:ext cx="936665" cy="13468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56172" y="2467213"/>
            <a:ext cx="2497812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Input Analysis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756172" y="2877741"/>
            <a:ext cx="6732151" cy="56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Scans password for dictionary words, patterns, and common substitutions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77" y="3626763"/>
            <a:ext cx="936665" cy="13468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56172" y="3814048"/>
            <a:ext cx="2497812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Entropy Calculation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756172" y="4224576"/>
            <a:ext cx="6732151" cy="56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Measures randomness and unpredictability using cryptographic principles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77" y="4973598"/>
            <a:ext cx="936665" cy="11239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56172" y="5160883"/>
            <a:ext cx="2841069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Breach Database Check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756172" y="5571411"/>
            <a:ext cx="6732151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Verifies against billions of compromised credentials in real-time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77" y="6097548"/>
            <a:ext cx="936665" cy="13468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56172" y="6284833"/>
            <a:ext cx="2497812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Security Score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1756172" y="6695361"/>
            <a:ext cx="6732151" cy="56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Generates comprehensive strength rating with actionable recommendations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3992" y="734139"/>
            <a:ext cx="7668816" cy="2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User Benefits: Enhanced Security, Ease of Use, and Peace of Mind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23992" y="3152656"/>
            <a:ext cx="3730704" cy="2569369"/>
          </a:xfrm>
          <a:prstGeom prst="roundRect">
            <a:avLst>
              <a:gd name="adj" fmla="val 1230"/>
            </a:avLst>
          </a:prstGeom>
          <a:solidFill>
            <a:srgbClr val="FFB393"/>
          </a:solidFill>
          <a:ln/>
        </p:spPr>
      </p:sp>
      <p:sp>
        <p:nvSpPr>
          <p:cNvPr id="5" name="Text 2"/>
          <p:cNvSpPr/>
          <p:nvPr/>
        </p:nvSpPr>
        <p:spPr>
          <a:xfrm>
            <a:off x="6434733" y="3363397"/>
            <a:ext cx="2809994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Enhanced Security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34733" y="3839051"/>
            <a:ext cx="3309223" cy="167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Protects against brute-force attacks, dictionary attacks, and credential stuffing with enterprise-grade cryptographic standards.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2103" y="3152656"/>
            <a:ext cx="3730704" cy="2569369"/>
          </a:xfrm>
          <a:prstGeom prst="roundRect">
            <a:avLst>
              <a:gd name="adj" fmla="val 1230"/>
            </a:avLst>
          </a:prstGeom>
          <a:solidFill>
            <a:srgbClr val="FFB393"/>
          </a:solidFill>
          <a:ln/>
        </p:spPr>
      </p:sp>
      <p:sp>
        <p:nvSpPr>
          <p:cNvPr id="8" name="Text 5"/>
          <p:cNvSpPr/>
          <p:nvPr/>
        </p:nvSpPr>
        <p:spPr>
          <a:xfrm>
            <a:off x="10372844" y="3363397"/>
            <a:ext cx="326005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Simplified Management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72844" y="3839051"/>
            <a:ext cx="3309223" cy="167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Eliminates password memorisation stress with intuitive interface and automated generation tools that work across all platforms.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23992" y="5929432"/>
            <a:ext cx="7668816" cy="1566029"/>
          </a:xfrm>
          <a:prstGeom prst="roundRect">
            <a:avLst>
              <a:gd name="adj" fmla="val 2019"/>
            </a:avLst>
          </a:prstGeom>
          <a:solidFill>
            <a:srgbClr val="FFB393"/>
          </a:solidFill>
          <a:ln/>
        </p:spPr>
      </p:sp>
      <p:sp>
        <p:nvSpPr>
          <p:cNvPr id="11" name="Text 8"/>
          <p:cNvSpPr/>
          <p:nvPr/>
        </p:nvSpPr>
        <p:spPr>
          <a:xfrm>
            <a:off x="6434733" y="6140172"/>
            <a:ext cx="2809994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Peace of Mind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34733" y="6615827"/>
            <a:ext cx="7247334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Continuous monitoring alerts users of compromised credentials, ensuring prompt action before unauthorised access occurs.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981670"/>
            <a:ext cx="131318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Technical Implementation: Architecture, Chosen Technologies, and Future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2943939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3514844"/>
            <a:ext cx="6304836" cy="1594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Client-side encryption using Web Crypto API</a:t>
            </a:r>
            <a:endParaRPr lang="en-US" sz="16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RESTful API for seamless integration</a:t>
            </a:r>
            <a:endParaRPr lang="en-US" sz="16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Zero-knowledge architecture ensures privacy</a:t>
            </a:r>
            <a:endParaRPr lang="en-US" sz="16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Cloud-based breach database verification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3924" y="2943939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924" y="3514844"/>
            <a:ext cx="6304836" cy="1594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JavaScript/TypeScript for frontend logic</a:t>
            </a:r>
            <a:endParaRPr lang="en-US" sz="16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Python/Node.js for backend processing</a:t>
            </a:r>
            <a:endParaRPr lang="en-US" sz="16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PostgreSQL for secure data storage</a:t>
            </a:r>
            <a:endParaRPr lang="en-US" sz="16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SHA-256 and bcrypt for hashing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534239" y="5692497"/>
            <a:ext cx="3043238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34239" y="6263402"/>
            <a:ext cx="12132826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Planned features include biometric authentication integration, multi-factor authentication support, and passwordless login protocols using WebAuthn standards.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419582"/>
            <a:ext cx="131318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Demo/Use Case: A Live Demonstration of the Password Strength Manager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3274814"/>
            <a:ext cx="428149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9260" y="3608070"/>
            <a:ext cx="4234577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5" name="Text 3"/>
          <p:cNvSpPr/>
          <p:nvPr/>
        </p:nvSpPr>
        <p:spPr>
          <a:xfrm>
            <a:off x="749260" y="3776067"/>
            <a:ext cx="2957274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User Enters Password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260" y="4261247"/>
            <a:ext cx="4234577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Types or pastes a password into the designated field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197912" y="3274814"/>
            <a:ext cx="428149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197912" y="3608070"/>
            <a:ext cx="4234577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9" name="Text 7"/>
          <p:cNvSpPr/>
          <p:nvPr/>
        </p:nvSpPr>
        <p:spPr>
          <a:xfrm>
            <a:off x="5197912" y="377606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Instant Analysis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97912" y="4261247"/>
            <a:ext cx="4234577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System evaluates strength within milliseconds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46563" y="3274814"/>
            <a:ext cx="428149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46563" y="3608070"/>
            <a:ext cx="4234577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6563" y="377606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Visual Feedback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6563" y="4261247"/>
            <a:ext cx="4234577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Displays colour-coded strength meter and detailed breakdown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9260" y="5320665"/>
            <a:ext cx="428149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9260" y="5653921"/>
            <a:ext cx="6458903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7" name="Text 15"/>
          <p:cNvSpPr/>
          <p:nvPr/>
        </p:nvSpPr>
        <p:spPr>
          <a:xfrm>
            <a:off x="749260" y="5821918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Smart Suggestions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260" y="6307098"/>
            <a:ext cx="645890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Recommends stronger alternatives if needed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22237" y="5320665"/>
            <a:ext cx="428149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422237" y="5653921"/>
            <a:ext cx="6458903" cy="3048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2237" y="5821918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Secure Storage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2237" y="6307098"/>
            <a:ext cx="645890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Encrypted storage with optional cloud sync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3044309"/>
            <a:ext cx="13131879" cy="2140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50"/>
              </a:lnSpc>
              <a:buNone/>
            </a:pPr>
            <a:r>
              <a:rPr lang="en-US" sz="13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Thank You</a:t>
            </a:r>
            <a:endParaRPr lang="en-US" sz="13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574</Words>
  <Application>Microsoft Office PowerPoint</Application>
  <PresentationFormat>Custom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 Medium</vt:lpstr>
      <vt:lpstr>Brygada 1918 Light</vt:lpstr>
      <vt:lpstr>Brygada 1918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Pragati</dc:creator>
  <cp:lastModifiedBy>DELL</cp:lastModifiedBy>
  <cp:revision>5</cp:revision>
  <dcterms:created xsi:type="dcterms:W3CDTF">2026-04-17T13:35:25Z</dcterms:created>
  <dcterms:modified xsi:type="dcterms:W3CDTF">2026-05-01T14:09:11Z</dcterms:modified>
</cp:coreProperties>
</file>